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d047ccf0144e3b" /><Relationship Type="http://schemas.openxmlformats.org/officeDocument/2006/relationships/extended-properties" Target="/docProps/app.xml" Id="Rc61e1403f79d4f44" /><Relationship Type="http://schemas.openxmlformats.org/officeDocument/2006/relationships/officeDocument" Target="/ppt/presentation.xml" Id="R875d4c8abef94a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59c9f1ad144867"/>
  </p:sldMasterIdLst>
  <p:notesMasterIdLst>
    <p:notesMasterId xmlns:r="http://schemas.openxmlformats.org/officeDocument/2006/relationships" r:id="R0b6ba1b0f7bd4918"/>
  </p:notesMasterIdLst>
  <p:sldIdLst>
    <p:sldId xmlns:r="http://schemas.openxmlformats.org/officeDocument/2006/relationships" id="256" r:id="Rae03b33be8274a35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34ca11a6c54704" /><Relationship Type="http://schemas.openxmlformats.org/officeDocument/2006/relationships/slideMaster" Target="/ppt/slideMasters/slideMaster1.xml" Id="Rd559c9f1ad144867" /><Relationship Type="http://schemas.openxmlformats.org/officeDocument/2006/relationships/notesMaster" Target="/ppt/notesMasters/notesMaster1.xml" Id="R0b6ba1b0f7bd4918" /><Relationship Type="http://schemas.openxmlformats.org/officeDocument/2006/relationships/presProps" Target="/ppt/presProps.xml" Id="Rb04944ed823742f0" /><Relationship Type="http://schemas.openxmlformats.org/officeDocument/2006/relationships/tableStyles" Target="/ppt/tableStyles.xml" Id="Rf64dd4e1fdb945da" /><Relationship Type="http://schemas.openxmlformats.org/officeDocument/2006/relationships/slide" Target="/ppt/slides/slide1.xml" Id="Rae03b33be8274a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d114be8b6348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c52b4a947a4603" /><Relationship Type="http://schemas.openxmlformats.org/officeDocument/2006/relationships/notesMaster" Target="/ppt/notesMasters/notesMaster1.xml" Id="Re8196fb77d9542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Discussion questions supplied by the user. Separate standalone slide for insertion into the user’s edited presentation. The questions present issues for consideration and do not assert findings or conclusions.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070a38ece1470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60d39776b0434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292d140c2444c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72f0fb03f24ba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f8bc589fa9485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aa46e8cdf9474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CE8F20D-3585-4FD9-B96D-7634DCAAFB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C9CA509-0A78-4C6D-9D5C-4A173AFDABB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C300096-DF11-47AB-B51E-76E73CF0B9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5E35281-1AB9-4996-BC3D-2BD085CBA1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E244D7F-ACB4-4192-AAF0-6307D9FCA6A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47ADE77-145D-4163-AF5D-3CE6C237F9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8CCF10B-D39F-4D87-9C0B-C5D22D77FE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322FEF3-2C0C-489D-824A-502DD1C9C58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7BC8A30-811E-4C85-A476-91FF175738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F89B70B-CD15-4529-A913-629E72449A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b69ea29c6f46e0" /><Relationship Type="http://schemas.openxmlformats.org/officeDocument/2006/relationships/slideLayout" Target="/ppt/slideLayouts/slideLayout1.xml" Id="R4dd16596522f4daa" /><Relationship Type="http://schemas.openxmlformats.org/officeDocument/2006/relationships/slideLayout" Target="/ppt/slideLayouts/slideLayout2.xml" Id="R3bb936bb77d141be" /><Relationship Type="http://schemas.openxmlformats.org/officeDocument/2006/relationships/slideLayout" Target="/ppt/slideLayouts/slideLayout3.xml" Id="Rfffdf57f993e4fec" /><Relationship Type="http://schemas.openxmlformats.org/officeDocument/2006/relationships/slideLayout" Target="/ppt/slideLayouts/slideLayout4.xml" Id="Rd98ba71ff7084b2a" /><Relationship Type="http://schemas.openxmlformats.org/officeDocument/2006/relationships/slideLayout" Target="/ppt/slideLayouts/slideLayout5.xml" Id="R8d571eaef6b94476" /><Relationship Type="http://schemas.openxmlformats.org/officeDocument/2006/relationships/slideLayout" Target="/ppt/slideLayouts/slideLayout6.xml" Id="Re874e7b46a2b46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d16596522f4daa"/>
    <p:sldLayoutId xmlns:r="http://schemas.openxmlformats.org/officeDocument/2006/relationships" id="2147483650" r:id="R3bb936bb77d141be"/>
    <p:sldLayoutId xmlns:r="http://schemas.openxmlformats.org/officeDocument/2006/relationships" id="2147483651" r:id="Rfffdf57f993e4fec"/>
    <p:sldLayoutId xmlns:r="http://schemas.openxmlformats.org/officeDocument/2006/relationships" id="2147483652" r:id="Rd98ba71ff7084b2a"/>
    <p:sldLayoutId xmlns:r="http://schemas.openxmlformats.org/officeDocument/2006/relationships" id="2147483653" r:id="R8d571eaef6b94476"/>
    <p:sldLayoutId xmlns:r="http://schemas.openxmlformats.org/officeDocument/2006/relationships" id="2147483654" r:id="Re874e7b46a2b46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a9f74f5c8c4897" /><Relationship Type="http://schemas.openxmlformats.org/officeDocument/2006/relationships/notesSlide" Target="/ppt/notesSlides/notesSlide1.xml" Id="R01ba8d4bcf354f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4C217D-509C-4CB5-9084-8D495535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3906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0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390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Issues for Consideration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FC85C7-1902-43D4-AE04-8695B062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809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F282BC-A04E-4C09-8515-F0792FD06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62125"/>
            <a:ext cx="12811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Should Parties accept the IUCN/GEF STAR index weightings (GEF8/GEF9)?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687A48-C87D-4D26-80D7-B9814DDB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828925"/>
            <a:ext cx="12811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0B5624-04B2-444B-9FD3-DBC7D76EB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809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AE6466-3C14-463B-9E90-FB0B8C93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000375"/>
            <a:ext cx="12811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What has happened to the allocation for indigenous peoples and local communities?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F0820A-19C9-4BF2-B4EC-263A9BBD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067175"/>
            <a:ext cx="12811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00DEE7-865A-480D-8AE6-04107289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809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7EFAE3-B26F-48E4-9D7B-33487782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238625"/>
            <a:ext cx="12811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What would the time frame and cost be for an IPBES Rapid Assessment?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821895-16C4-4DAA-8428-529078C2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305425"/>
            <a:ext cx="12811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AD4A03-C426-4DE9-B924-84C3368A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809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497A0B-696B-4ECD-8FD2-905E3D06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476875"/>
            <a:ext cx="12811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What should be used in the interim, knowing that interim measures tend to become permanent?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B5CC15-F390-4911-8224-312F269D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6543675"/>
            <a:ext cx="12811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1A619C-58E0-4045-9CC2-267F1E7C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715125"/>
            <a:ext cx="809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F3C969-20AF-4CEC-88C4-9DE2FAEC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6715125"/>
            <a:ext cx="12811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Is it desirable that Parties have full oversight and ultimate control over the allocation methodology?</a:t>
            </a:r>
          </a:p>
        </p:txBody>
      </p:sp>
    </p:spTree>
    <p:extLst>
      <p:ext uri="{BB962C8B-B14F-4D97-AF65-F5344CB8AC3E}">
        <p14:creationId xmlns:p14="http://schemas.microsoft.com/office/powerpoint/2010/main" val="18179942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2026-10-13T13:38:13.6610000Z</dcterms:created>
  <dcterms:modified xsi:type="dcterms:W3CDTF">2026-10-13T13:38:13.6610000Z</dcterms:modified>
</coreProperties>
</file>