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69cc927e374e6a" /><Relationship Type="http://schemas.openxmlformats.org/officeDocument/2006/relationships/extended-properties" Target="/docProps/app.xml" Id="R1e8f943b7d10489a" /><Relationship Type="http://schemas.openxmlformats.org/officeDocument/2006/relationships/officeDocument" Target="/ppt/presentation.xml" Id="R3a47b0ba2bd043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75b3a46ff4ae1"/>
  </p:sldMasterIdLst>
  <p:notesMasterIdLst>
    <p:notesMasterId xmlns:r="http://schemas.openxmlformats.org/officeDocument/2006/relationships" r:id="R09bfa47bd01c49bf"/>
  </p:notesMasterIdLst>
  <p:sldIdLst>
    <p:sldId xmlns:r="http://schemas.openxmlformats.org/officeDocument/2006/relationships" id="256" r:id="R18c098e681694c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7684b3f974856" /><Relationship Type="http://schemas.openxmlformats.org/officeDocument/2006/relationships/slideMaster" Target="/ppt/slideMasters/slideMaster1.xml" Id="Rc4175b3a46ff4ae1" /><Relationship Type="http://schemas.openxmlformats.org/officeDocument/2006/relationships/notesMaster" Target="/ppt/notesMasters/notesMaster1.xml" Id="R09bfa47bd01c49bf" /><Relationship Type="http://schemas.openxmlformats.org/officeDocument/2006/relationships/presProps" Target="/ppt/presProps.xml" Id="R711df0ae46d34da4" /><Relationship Type="http://schemas.openxmlformats.org/officeDocument/2006/relationships/tableStyles" Target="/ppt/tableStyles.xml" Id="Ra48a6a0b254c41cd" /><Relationship Type="http://schemas.openxmlformats.org/officeDocument/2006/relationships/slide" Target="/ppt/slides/slide1.xml" Id="R18c098e68169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842fdc89a4b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be65569f5483e" /><Relationship Type="http://schemas.openxmlformats.org/officeDocument/2006/relationships/notesMaster" Target="/ppt/notesMasters/notesMaster1.xml" Id="R26c82b930a9447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fed23d1514f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a5e49be374c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d3dbf3daf45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554dba4f34c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7d1d0c40349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b8be93113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D30608-5A19-408D-A8F0-2E6A8A778B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3E87B3-764B-4635-863A-C4CB6400E3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EBDF32-93A7-45EE-AE6B-693DA89B3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B0332A-E183-4E42-B677-A583600F7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CF71EB-4766-4101-A0DB-E10A5EDF3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DB70DB-363A-4159-ABA7-1807A1261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0E959-6268-4294-AA8D-296E0D165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1C390B-4578-4A41-8F66-A3FF59201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A71F7F-9BA0-4ED3-B821-E1A781F42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216220-54CA-4720-AA66-DCA0B7F53C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083d428f940b7" /><Relationship Type="http://schemas.openxmlformats.org/officeDocument/2006/relationships/slideLayout" Target="/ppt/slideLayouts/slideLayout1.xml" Id="R9d70b63a7f5b43a7" /><Relationship Type="http://schemas.openxmlformats.org/officeDocument/2006/relationships/slideLayout" Target="/ppt/slideLayouts/slideLayout2.xml" Id="R986cd1cc7cb94195" /><Relationship Type="http://schemas.openxmlformats.org/officeDocument/2006/relationships/slideLayout" Target="/ppt/slideLayouts/slideLayout3.xml" Id="R8959e18dc14d4ef3" /><Relationship Type="http://schemas.openxmlformats.org/officeDocument/2006/relationships/slideLayout" Target="/ppt/slideLayouts/slideLayout4.xml" Id="R31e2483029344c25" /><Relationship Type="http://schemas.openxmlformats.org/officeDocument/2006/relationships/slideLayout" Target="/ppt/slideLayouts/slideLayout5.xml" Id="R409e6a1d4be34419" /><Relationship Type="http://schemas.openxmlformats.org/officeDocument/2006/relationships/slideLayout" Target="/ppt/slideLayouts/slideLayout6.xml" Id="R46d41b3c919b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0b63a7f5b43a7"/>
    <p:sldLayoutId xmlns:r="http://schemas.openxmlformats.org/officeDocument/2006/relationships" id="2147483650" r:id="R986cd1cc7cb94195"/>
    <p:sldLayoutId xmlns:r="http://schemas.openxmlformats.org/officeDocument/2006/relationships" id="2147483651" r:id="R8959e18dc14d4ef3"/>
    <p:sldLayoutId xmlns:r="http://schemas.openxmlformats.org/officeDocument/2006/relationships" id="2147483652" r:id="R31e2483029344c25"/>
    <p:sldLayoutId xmlns:r="http://schemas.openxmlformats.org/officeDocument/2006/relationships" id="2147483653" r:id="R409e6a1d4be34419"/>
    <p:sldLayoutId xmlns:r="http://schemas.openxmlformats.org/officeDocument/2006/relationships" id="2147483654" r:id="R46d41b3c919b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bcc9887a849ac" /><Relationship Type="http://schemas.openxmlformats.org/officeDocument/2006/relationships/notesSlide" Target="/ppt/notesSlides/notesSlide1.xml" Id="R8015fefccecb4b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228E0-AC6E-4C85-BB1C-ABBAF91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4AD37-C47E-418B-99A2-8BB0F828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E1A24-ED43-42E7-889D-43F9290B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283F6-E054-4394-801E-9BB7BB73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0B7A9-454D-4E7E-8FD8-1402C76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5AD35-02F9-4D85-9B37-72C369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EE293-86B8-4A85-90C6-884FBD6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0AF39-C30F-473C-A0B8-9A06071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4BEB7-EA61-49E9-8F8A-4E7326C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571F4-3A0D-4660-9B6E-B1E2836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1DA82-3EA8-4403-B6E3-9EA6236C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54BC3-1867-437D-85D6-E93CF5A1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59768-5813-4609-B0AD-63B030B5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E99EE-A422-4F21-A3FE-442F6F36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753A9-A43A-43D6-A48D-73E975A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A8468-0396-4AD5-B1C0-8EC921E6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DA726-C1AC-4F6C-B210-D2B7CBED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5F83C-A6D7-48BB-A18E-96B48543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0A02A-4955-43F7-BA62-BBD9FD9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9F9E-3A08-4479-9E7B-11787584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03CFF-FBD1-495D-BECF-F39BFA1F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FE341-C0C3-434E-A931-100E218F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5A00B-F894-46EB-BB2A-4E8C24B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cut-offs create jumps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83417-AC85-4637-A81B-8AA58ED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4E1E7-B8B6-4FDD-A8D3-2EF54D8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ratio are a policy choice.</a:t>
            </a:r>
          </a:p>
        </p:txBody>
      </p:sp>
    </p:spTree>
    <p:extLst>
      <p:ext uri="{BB962C8B-B14F-4D97-AF65-F5344CB8AC3E}">
        <p14:creationId xmlns:p14="http://schemas.microsoft.com/office/powerpoint/2010/main" val="119499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2026-10-12T18:14:27.6680000Z</dcterms:created>
  <dcterms:modified xsi:type="dcterms:W3CDTF">2026-10-12T18:14:27.6680000Z</dcterms:modified>
</coreProperties>
</file>