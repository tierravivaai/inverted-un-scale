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c0306b02264ba2" /><Relationship Type="http://schemas.openxmlformats.org/officeDocument/2006/relationships/extended-properties" Target="/docProps/app.xml" Id="Rf604125640324382" /><Relationship Type="http://schemas.openxmlformats.org/officeDocument/2006/relationships/officeDocument" Target="/ppt/presentation.xml" Id="R05936f16281f4c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f648801d8c4d04"/>
  </p:sldMasterIdLst>
  <p:notesMasterIdLst>
    <p:notesMasterId xmlns:r="http://schemas.openxmlformats.org/officeDocument/2006/relationships" r:id="R1e20ea0e0a554080"/>
  </p:notesMasterIdLst>
  <p:sldIdLst>
    <p:sldId xmlns:r="http://schemas.openxmlformats.org/officeDocument/2006/relationships" id="256" r:id="R8579cc4cdc0746f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db54093f9a47a5" /><Relationship Type="http://schemas.openxmlformats.org/officeDocument/2006/relationships/slideMaster" Target="/ppt/slideMasters/slideMaster1.xml" Id="R74f648801d8c4d04" /><Relationship Type="http://schemas.openxmlformats.org/officeDocument/2006/relationships/notesMaster" Target="/ppt/notesMasters/notesMaster1.xml" Id="R1e20ea0e0a554080" /><Relationship Type="http://schemas.openxmlformats.org/officeDocument/2006/relationships/presProps" Target="/ppt/presProps.xml" Id="R7efeba5b05a64dea" /><Relationship Type="http://schemas.openxmlformats.org/officeDocument/2006/relationships/tableStyles" Target="/ppt/tableStyles.xml" Id="R3b7c7186589d4592" /><Relationship Type="http://schemas.openxmlformats.org/officeDocument/2006/relationships/slide" Target="/ppt/slides/slide1.xml" Id="R8579cc4cdc0746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7ad88d470a45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1f3d1f7c6e40da" /><Relationship Type="http://schemas.openxmlformats.org/officeDocument/2006/relationships/notesMaster" Target="/ppt/notesMasters/notesMaster1.xml" Id="Re33ee6acd81e4b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cali-allocation-blocks.pptx, slide 2, and subsequent user clarifications. This is a possible solution, not an assertion of an adopted AHTEG allocation formula. Equality Base is distinct from criterion B (DSI). The user requested teal for Equality Base plus criterion C through IUSAF, gold for Biodiversity Stewardship Index criteria A, B and D, and a grey IPBES Rapid Assessment process block feeding the index. No component weights, 50:50 split, country scores or disbursement mechanism are implied. DSI = digital sequence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022c008514e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aade5747f49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84ce69cbc4c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1c2997ac641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1d0cb173544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4d3ee467f45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37F79B-F64D-452C-976A-2EE682F0DE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F25426-70E5-4A7A-968B-32EE7EB7F6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4312BD-0ACE-4521-81C7-234B784666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5A0486-203F-48A0-9020-8CB0D95AF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009351-21D2-413C-B9EA-F7C77E0746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DA782F-BBD8-44F5-B13C-3654117245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3FB5DD-0B72-454B-8F6E-234051B7EB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EE7EB2-DA18-414D-97F4-FD03DD820E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D54308-1171-41DB-BF58-D43F62C9AC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695DBF-5FB2-4A85-BECC-B804C0E95F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9d13783e7c4ca6" /><Relationship Type="http://schemas.openxmlformats.org/officeDocument/2006/relationships/slideLayout" Target="/ppt/slideLayouts/slideLayout1.xml" Id="Rfe890ec943ee49e1" /><Relationship Type="http://schemas.openxmlformats.org/officeDocument/2006/relationships/slideLayout" Target="/ppt/slideLayouts/slideLayout2.xml" Id="R5442052c3f5b492c" /><Relationship Type="http://schemas.openxmlformats.org/officeDocument/2006/relationships/slideLayout" Target="/ppt/slideLayouts/slideLayout3.xml" Id="R9ef0d20611a740ab" /><Relationship Type="http://schemas.openxmlformats.org/officeDocument/2006/relationships/slideLayout" Target="/ppt/slideLayouts/slideLayout4.xml" Id="R69d41dd127204f3e" /><Relationship Type="http://schemas.openxmlformats.org/officeDocument/2006/relationships/slideLayout" Target="/ppt/slideLayouts/slideLayout5.xml" Id="R9a442fc7f72a43f0" /><Relationship Type="http://schemas.openxmlformats.org/officeDocument/2006/relationships/slideLayout" Target="/ppt/slideLayouts/slideLayout6.xml" Id="R7d2694d86a0645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890ec943ee49e1"/>
    <p:sldLayoutId xmlns:r="http://schemas.openxmlformats.org/officeDocument/2006/relationships" id="2147483650" r:id="R5442052c3f5b492c"/>
    <p:sldLayoutId xmlns:r="http://schemas.openxmlformats.org/officeDocument/2006/relationships" id="2147483651" r:id="R9ef0d20611a740ab"/>
    <p:sldLayoutId xmlns:r="http://schemas.openxmlformats.org/officeDocument/2006/relationships" id="2147483652" r:id="R69d41dd127204f3e"/>
    <p:sldLayoutId xmlns:r="http://schemas.openxmlformats.org/officeDocument/2006/relationships" id="2147483653" r:id="R9a442fc7f72a43f0"/>
    <p:sldLayoutId xmlns:r="http://schemas.openxmlformats.org/officeDocument/2006/relationships" id="2147483654" r:id="R7d2694d86a0645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2870dda494603" /><Relationship Type="http://schemas.openxmlformats.org/officeDocument/2006/relationships/notesSlide" Target="/ppt/notesSlides/notesSlide1.xml" Id="R091cb69deb0549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BB8EAF-BB8F-4D72-AC90-DAFB24D7EEE9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10525125" y="5867400"/>
            <a:ext cx="762000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70000"/>
            </a:avLst>
          </a:prstGeom>
          <a:ln xmlns:a="http://schemas.openxmlformats.org/drawingml/2006/main" w="28575">
            <a:solidFill>
              <a:srgbClr val="A77923"/>
            </a:solidFill>
            <a:head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1D14D-38AA-4AFD-BA77-6F222AC7583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952875" y="5867400"/>
            <a:ext cx="762000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70000"/>
            </a:avLst>
          </a:prstGeom>
          <a:ln xmlns:a="http://schemas.openxmlformats.org/drawingml/2006/main" w="28575">
            <a:solidFill>
              <a:srgbClr val="147D92"/>
            </a:solidFill>
            <a:head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4E8E2-33C8-4B37-B9A9-8C4641B574EF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1287125" y="40195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77923"/>
            </a:solidFill>
            <a:head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E93A9-5666-451C-82D5-0C7B662C6BDA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1144250" y="2581275"/>
            <a:ext cx="142875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88994"/>
            </a:solidFill>
            <a:head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6F12B-4118-4397-BE91-51DBCE44E26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52875" y="3810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47D92"/>
            </a:solidFill>
            <a:head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2374EF-3EA8-4443-AEC1-2DE2D4BD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 possible Cali Fund allocation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83100-2CB7-4BD9-9C5F-7C243AE6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44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Equality Base and economic capacity, combined with biodiversity stewardship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C889E-6F1A-4EB8-8519-67E0C290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431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AND ECONOMIC CAPACITY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08DB3-C6FC-4C8A-A063-367D03EE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628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5"/>
          </a:solidFill>
          <a:ln xmlns:a="http://schemas.openxmlformats.org/drawingml/2006/main" w="19050">
            <a:solidFill>
              <a:srgbClr val="147D9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FDE79-8E5F-48E8-BD34-40A22D7A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Base  +  Criterion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D6F00-DEF0-420C-AEE4-94AFD2E2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Equal share between Parties + economic capacity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86ED6-CEC5-454F-B983-DA722A86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628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25EC9-267E-4573-925E-A0FADE2C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IUSAF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547AD-C3AB-4E26-8FD1-C7CA9D42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Inverted UN Scale of Assessments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B2602-DAEE-4EC0-A234-DAA5EA85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67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Proposed combination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CF3F9-5DE4-4F37-A181-11D5D8A6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523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9050">
            <a:solidFill>
              <a:srgbClr val="8391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04EAD-B8CC-4E2C-BA7F-8666C5A1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288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IPBES Rapid Assessment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44E3A-1806-49B5-95F3-38EED47D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43250"/>
            <a:ext cx="628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6"/>
          </a:solidFill>
          <a:ln xmlns:a="http://schemas.openxmlformats.org/drawingml/2006/main" w="19050">
            <a:solidFill>
              <a:srgbClr val="A7792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DF214-C637-4E5A-9F0F-370433F2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24225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A: Species   B: DSI   D: Traditional knowledge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887AF-B5EC-4865-A2D4-C43F69AB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67250"/>
            <a:ext cx="628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6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0799F-3E58-4AAE-BA3D-3E731128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910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Biodiversity Stewardship Index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15ED6-B4BC-4936-B12D-391374D4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625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Combines criteria A, B and 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369BF-0D6D-4465-A539-673FB94B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62525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02B4F-ACFB-41D6-A228-A3C9CD73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753225"/>
            <a:ext cx="581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6E614-6051-4EDE-A064-5715E47C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88657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Combined allocation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BBB3F-FFA9-441E-AF15-F58AE5A0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90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Conceptual proposal. Component weights and combination rule remain to be specified. Block sizes do not represent funding shares.</a:t>
            </a:r>
          </a:p>
        </p:txBody>
      </p:sp>
    </p:spTree>
    <p:extLst>
      <p:ext uri="{BB962C8B-B14F-4D97-AF65-F5344CB8AC3E}">
        <p14:creationId xmlns:p14="http://schemas.microsoft.com/office/powerpoint/2010/main" val="431232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2026-10-12T17:50:02.6260000Z</dcterms:created>
  <dcterms:modified xsi:type="dcterms:W3CDTF">2026-10-12T17:50:02.6270000Z</dcterms:modified>
</coreProperties>
</file>