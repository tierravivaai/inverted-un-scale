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b22f0731d4781" /><Relationship Type="http://schemas.openxmlformats.org/officeDocument/2006/relationships/extended-properties" Target="/docProps/app.xml" Id="R3238b5de99884011" /><Relationship Type="http://schemas.openxmlformats.org/officeDocument/2006/relationships/officeDocument" Target="/ppt/presentation.xml" Id="Raf70dce961de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8ab25d29d048dd"/>
  </p:sldMasterIdLst>
  <p:notesMasterIdLst>
    <p:notesMasterId xmlns:r="http://schemas.openxmlformats.org/officeDocument/2006/relationships" r:id="R71c079b4860e403b"/>
  </p:notesMasterIdLst>
  <p:sldIdLst>
    <p:sldId xmlns:r="http://schemas.openxmlformats.org/officeDocument/2006/relationships" id="256" r:id="R6cab090eef9641f0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ca36110784020" /><Relationship Type="http://schemas.openxmlformats.org/officeDocument/2006/relationships/slideMaster" Target="/ppt/slideMasters/slideMaster1.xml" Id="R0e8ab25d29d048dd" /><Relationship Type="http://schemas.openxmlformats.org/officeDocument/2006/relationships/notesMaster" Target="/ppt/notesMasters/notesMaster1.xml" Id="R71c079b4860e403b" /><Relationship Type="http://schemas.openxmlformats.org/officeDocument/2006/relationships/presProps" Target="/ppt/presProps.xml" Id="R7baa343df8a24845" /><Relationship Type="http://schemas.openxmlformats.org/officeDocument/2006/relationships/tableStyles" Target="/ppt/tableStyles.xml" Id="R2a177084b61d4444" /><Relationship Type="http://schemas.openxmlformats.org/officeDocument/2006/relationships/slide" Target="/ppt/slides/slide1.xml" Id="R6cab090eef96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7776425604a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853f84d1544409" /><Relationship Type="http://schemas.openxmlformats.org/officeDocument/2006/relationships/notesMaster" Target="/ppt/notesMasters/notesMaster1.xml" Id="R3fdd48c1386c4d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user-supplied cali-allocation-blocks.pptx, slide 2, and subsequent user clarifications. This is a possible solution, not an assertion of an adopted AHTEG allocation formula. Equality Base is distinct from criterion B (DSI). The user requested teal for Equality Base plus criterion C through IUSAF, gold for Biodiversity Stewardship Index criteria A, B and D, and a grey IPBES Rapid Assessment process block feeding the index. No component weights, 50:50 split, country scores or disbursement mechanism are implied. DSI = digital sequence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e492a5c0d48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ed8bdfb504a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1d6b34458419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47791de35d4b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79af023e84b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af2e08cbbd46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322CC6-D1F4-4037-BE89-58C4B6510F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E0D9ED6-8D64-45DD-8DCD-65E998C7634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C0D4D1-11B8-4701-B5FC-4A48854D0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D715B9-8464-41DF-BFBC-C837DD1D7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74A2E5-09E2-46D6-8587-A68A08B155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19C0B4-5C5A-46BE-B0B9-3E90BDD691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2CB7C4-ACE4-47CF-99D8-28AC6006F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39886B8-DA0E-4B86-B08C-D0D6AADD11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4363E4-BC7B-473E-A910-63B3DE466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A60B9D-C35E-49F3-BB71-FC51C46E76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6498f72074bb4" /><Relationship Type="http://schemas.openxmlformats.org/officeDocument/2006/relationships/slideLayout" Target="/ppt/slideLayouts/slideLayout1.xml" Id="R4172031cb232408c" /><Relationship Type="http://schemas.openxmlformats.org/officeDocument/2006/relationships/slideLayout" Target="/ppt/slideLayouts/slideLayout2.xml" Id="R9abacccf1cb84bb7" /><Relationship Type="http://schemas.openxmlformats.org/officeDocument/2006/relationships/slideLayout" Target="/ppt/slideLayouts/slideLayout3.xml" Id="R77cbcdd3d058453b" /><Relationship Type="http://schemas.openxmlformats.org/officeDocument/2006/relationships/slideLayout" Target="/ppt/slideLayouts/slideLayout4.xml" Id="Rdb8b0dc4420b470b" /><Relationship Type="http://schemas.openxmlformats.org/officeDocument/2006/relationships/slideLayout" Target="/ppt/slideLayouts/slideLayout5.xml" Id="R9eb9d28406fe4b22" /><Relationship Type="http://schemas.openxmlformats.org/officeDocument/2006/relationships/slideLayout" Target="/ppt/slideLayouts/slideLayout6.xml" Id="R5f1351217a8840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72031cb232408c"/>
    <p:sldLayoutId xmlns:r="http://schemas.openxmlformats.org/officeDocument/2006/relationships" id="2147483650" r:id="R9abacccf1cb84bb7"/>
    <p:sldLayoutId xmlns:r="http://schemas.openxmlformats.org/officeDocument/2006/relationships" id="2147483651" r:id="R77cbcdd3d058453b"/>
    <p:sldLayoutId xmlns:r="http://schemas.openxmlformats.org/officeDocument/2006/relationships" id="2147483652" r:id="Rdb8b0dc4420b470b"/>
    <p:sldLayoutId xmlns:r="http://schemas.openxmlformats.org/officeDocument/2006/relationships" id="2147483653" r:id="R9eb9d28406fe4b22"/>
    <p:sldLayoutId xmlns:r="http://schemas.openxmlformats.org/officeDocument/2006/relationships" id="2147483654" r:id="R5f1351217a8840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a6c9a9bb044e4" /><Relationship Type="http://schemas.openxmlformats.org/officeDocument/2006/relationships/notesSlide" Target="/ppt/notesSlides/notesSlide1.xml" Id="R6ac6cc98afb84c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9F4E66-8B61-4561-81DB-5FA8E61AF467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1052512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6D1B2-B023-4798-9F20-3B8F8FF793E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3952875" y="5867400"/>
            <a:ext cx="762000" cy="1238250"/>
          </a:xfrm>
          <a:prstGeom xmlns:a="http://schemas.openxmlformats.org/drawingml/2006/main" prst="bentConnector5">
            <a:avLst>
              <a:gd name="adj1" fmla="val 0"/>
              <a:gd name="adj2" fmla="val 18462"/>
              <a:gd name="adj3" fmla="val 70000"/>
            </a:avLst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94931-A0E3-470B-9E40-7005C3A2CECD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287125" y="401955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A77923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0DF6D-9322-4783-8F6E-ECF9B3D3697E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287125" y="2581275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8899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B1F28-83BE-4EA5-9E06-02C8F59884A5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952875" y="3810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47D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1AB78-C8A5-4610-A21F-494D26F1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390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A possible Cali Fund allocation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E466A-676F-49EF-87F3-25F42D7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"/>
            <a:ext cx="1390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775"/>
                </a:solidFill>
                <a:latin typeface="Helvetica Neue"/>
                <a:ea typeface="Helvetica Neue"/>
                <a:cs typeface="Helvetica Neue"/>
              </a:rPr>
              <a:t>Equality Base and economic capacity, combined with biodiversity stewardship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6A813-C2B4-4DE4-8226-E893B0B4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431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AND ECONOMIC CAPACITY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1C748-0D93-4391-9A5F-B6C50825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67000"/>
            <a:ext cx="628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147D9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B5DD8-FB68-4B23-8A11-C1BECA3E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384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147D92"/>
                </a:solidFill>
                <a:latin typeface="Helvetica Neue"/>
                <a:ea typeface="Helvetica Neue"/>
                <a:cs typeface="Helvetica Neue"/>
              </a:rPr>
              <a:t>Equality Base  +  Criterion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00D05-D261-4CBD-A377-CE4289B0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Equal share between Parties + economic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9619E-4E76-4FEC-B98E-3A39C968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F0F9-0035-4DC3-A3C3-4AB884E0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581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IUSAF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853218-F8C7-4977-AEE2-5CE7E621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86375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Inverted UN Scale of Assessments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16F96-8B4B-45CC-900D-57EF2BC3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523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19050">
            <a:solidFill>
              <a:srgbClr val="83919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01014-CB40-4CE6-BA4E-90170D14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IPBES Rapid Assessment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2971D-3E54-4605-A15D-9B837533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628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6"/>
          </a:solidFill>
          <a:ln xmlns:a="http://schemas.openxmlformats.org/drawingml/2006/main" w="19050">
            <a:solidFill>
              <a:srgbClr val="A7792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8ED1E-3430-46EC-AE45-50168117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242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A77923"/>
                </a:solidFill>
                <a:latin typeface="Helvetica Neue"/>
                <a:ea typeface="Helvetica Neue"/>
                <a:cs typeface="Helvetica Neue"/>
              </a:rPr>
              <a:t>A: Species   B: DSI   D: Traditional knowledge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DED92-EF65-4496-94C8-20F5C0BA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628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E6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5BF13-5230-4697-A576-DAC475BD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910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Biodiversity Stewardship Index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B8F7B-E01A-44FD-AC48-7799A24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625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Combines criteria A, B and 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34908-55D5-467B-8918-3FA94B42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62525"/>
            <a:ext cx="800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3D7652-9BD3-4A3E-AC2E-BBEBC254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753225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C7DA9-A230-4AB9-9270-D1128AF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8865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93445"/>
                </a:solidFill>
                <a:latin typeface="Helvetica Neue"/>
                <a:ea typeface="Helvetica Neue"/>
                <a:cs typeface="Helvetica Neue"/>
              </a:rPr>
              <a:t>Combined allocation</a:t>
            </a:r>
          </a:p>
        </p:txBody>
      </p:sp>
    </p:spTree>
    <p:extLst>
      <p:ext uri="{BB962C8B-B14F-4D97-AF65-F5344CB8AC3E}">
        <p14:creationId xmlns:p14="http://schemas.microsoft.com/office/powerpoint/2010/main" val="1272462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2026-10-12T17:58:26.2220000Z</dcterms:created>
  <dcterms:modified xsi:type="dcterms:W3CDTF">2026-10-12T17:58:26.2220000Z</dcterms:modified>
</coreProperties>
</file>